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46869-60B9-457F-ADAE-481960C477EB}" v="2" dt="2024-03-12T16:19:25.109"/>
    <p1510:client id="{F78687D8-183B-4BDF-8619-ED06C68949AB}" v="4" dt="2024-03-13T00:15:26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lun Cheng" userId="75f79480189e9c83" providerId="LiveId" clId="{0A246869-60B9-457F-ADAE-481960C477EB}"/>
    <pc:docChg chg="custSel modSld">
      <pc:chgData name="Huanlun Cheng" userId="75f79480189e9c83" providerId="LiveId" clId="{0A246869-60B9-457F-ADAE-481960C477EB}" dt="2024-03-12T16:20:35.305" v="177" actId="20577"/>
      <pc:docMkLst>
        <pc:docMk/>
      </pc:docMkLst>
      <pc:sldChg chg="addSp delSp modSp mod">
        <pc:chgData name="Huanlun Cheng" userId="75f79480189e9c83" providerId="LiveId" clId="{0A246869-60B9-457F-ADAE-481960C477EB}" dt="2024-03-12T16:20:35.305" v="177" actId="20577"/>
        <pc:sldMkLst>
          <pc:docMk/>
          <pc:sldMk cId="2397313838" sldId="257"/>
        </pc:sldMkLst>
        <pc:spChg chg="del mod">
          <ac:chgData name="Huanlun Cheng" userId="75f79480189e9c83" providerId="LiveId" clId="{0A246869-60B9-457F-ADAE-481960C477EB}" dt="2024-03-12T16:18:59.634" v="8" actId="21"/>
          <ac:spMkLst>
            <pc:docMk/>
            <pc:sldMk cId="2397313838" sldId="257"/>
            <ac:spMk id="2" creationId="{3B5DD08D-E27B-FE56-402D-FAC92B881625}"/>
          </ac:spMkLst>
        </pc:spChg>
        <pc:spChg chg="del">
          <ac:chgData name="Huanlun Cheng" userId="75f79480189e9c83" providerId="LiveId" clId="{0A246869-60B9-457F-ADAE-481960C477EB}" dt="2024-03-12T16:19:01.124" v="9" actId="21"/>
          <ac:spMkLst>
            <pc:docMk/>
            <pc:sldMk cId="2397313838" sldId="257"/>
            <ac:spMk id="3" creationId="{732604B0-EFC0-2378-DF95-D00A09FC6EF9}"/>
          </ac:spMkLst>
        </pc:spChg>
        <pc:spChg chg="add mod">
          <ac:chgData name="Huanlun Cheng" userId="75f79480189e9c83" providerId="LiveId" clId="{0A246869-60B9-457F-ADAE-481960C477EB}" dt="2024-03-12T16:19:16.563" v="19" actId="1076"/>
          <ac:spMkLst>
            <pc:docMk/>
            <pc:sldMk cId="2397313838" sldId="257"/>
            <ac:spMk id="4" creationId="{76EE3A4A-3877-4716-27A5-484B28C64EC2}"/>
          </ac:spMkLst>
        </pc:spChg>
        <pc:spChg chg="add mod">
          <ac:chgData name="Huanlun Cheng" userId="75f79480189e9c83" providerId="LiveId" clId="{0A246869-60B9-457F-ADAE-481960C477EB}" dt="2024-03-12T16:20:35.305" v="177" actId="20577"/>
          <ac:spMkLst>
            <pc:docMk/>
            <pc:sldMk cId="2397313838" sldId="257"/>
            <ac:spMk id="5" creationId="{9D765CA3-CD65-6C59-EC2E-5CD278C7C334}"/>
          </ac:spMkLst>
        </pc:spChg>
      </pc:sldChg>
    </pc:docChg>
  </pc:docChgLst>
  <pc:docChgLst>
    <pc:chgData name="Huanlun" userId="75f79480189e9c83" providerId="LiveId" clId="{C82B8BF0-ABAA-4A56-AE6B-0A7F6DAD527A}"/>
    <pc:docChg chg="addSld modSld">
      <pc:chgData name="Huanlun" userId="75f79480189e9c83" providerId="LiveId" clId="{C82B8BF0-ABAA-4A56-AE6B-0A7F6DAD527A}" dt="2024-03-12T08:20:56.237" v="6" actId="20577"/>
      <pc:docMkLst>
        <pc:docMk/>
      </pc:docMkLst>
      <pc:sldChg chg="modSp new mod">
        <pc:chgData name="Huanlun" userId="75f79480189e9c83" providerId="LiveId" clId="{C82B8BF0-ABAA-4A56-AE6B-0A7F6DAD527A}" dt="2024-03-12T08:20:56.237" v="6" actId="20577"/>
        <pc:sldMkLst>
          <pc:docMk/>
          <pc:sldMk cId="3669393054" sldId="256"/>
        </pc:sldMkLst>
        <pc:spChg chg="mod">
          <ac:chgData name="Huanlun" userId="75f79480189e9c83" providerId="LiveId" clId="{C82B8BF0-ABAA-4A56-AE6B-0A7F6DAD527A}" dt="2024-03-12T08:20:56.237" v="6" actId="20577"/>
          <ac:spMkLst>
            <pc:docMk/>
            <pc:sldMk cId="3669393054" sldId="256"/>
            <ac:spMk id="2" creationId="{977B3737-82D3-4989-92CB-B897818D9133}"/>
          </ac:spMkLst>
        </pc:spChg>
      </pc:sldChg>
      <pc:sldMasterChg chg="addSldLayout">
        <pc:chgData name="Huanlun" userId="75f79480189e9c83" providerId="LiveId" clId="{C82B8BF0-ABAA-4A56-AE6B-0A7F6DAD527A}" dt="2024-03-12T08:20:53.070" v="0" actId="680"/>
        <pc:sldMasterMkLst>
          <pc:docMk/>
          <pc:sldMasterMk cId="393176672" sldId="2147483648"/>
        </pc:sldMasterMkLst>
        <pc:sldLayoutChg chg="add">
          <pc:chgData name="Huanlun" userId="75f79480189e9c83" providerId="LiveId" clId="{C82B8BF0-ABAA-4A56-AE6B-0A7F6DAD527A}" dt="2024-03-12T08:20:53.070" v="0" actId="680"/>
          <pc:sldLayoutMkLst>
            <pc:docMk/>
            <pc:sldMasterMk cId="393176672" sldId="2147483648"/>
            <pc:sldLayoutMk cId="3013088842" sldId="2147483649"/>
          </pc:sldLayoutMkLst>
        </pc:sldLayoutChg>
      </pc:sldMasterChg>
    </pc:docChg>
  </pc:docChgLst>
  <pc:docChgLst>
    <pc:chgData name="Huanlun Cheng" userId="75f79480189e9c83" providerId="LiveId" clId="{F78687D8-183B-4BDF-8619-ED06C68949AB}"/>
    <pc:docChg chg="custSel addSld modSld">
      <pc:chgData name="Huanlun Cheng" userId="75f79480189e9c83" providerId="LiveId" clId="{F78687D8-183B-4BDF-8619-ED06C68949AB}" dt="2024-03-13T00:45:22.520" v="1108" actId="255"/>
      <pc:docMkLst>
        <pc:docMk/>
      </pc:docMkLst>
      <pc:sldChg chg="modSp mod">
        <pc:chgData name="Huanlun Cheng" userId="75f79480189e9c83" providerId="LiveId" clId="{F78687D8-183B-4BDF-8619-ED06C68949AB}" dt="2024-03-12T16:19:12.076" v="44" actId="20577"/>
        <pc:sldMkLst>
          <pc:docMk/>
          <pc:sldMk cId="3669393054" sldId="256"/>
        </pc:sldMkLst>
        <pc:spChg chg="mod">
          <ac:chgData name="Huanlun Cheng" userId="75f79480189e9c83" providerId="LiveId" clId="{F78687D8-183B-4BDF-8619-ED06C68949AB}" dt="2024-03-12T16:19:02.891" v="20" actId="20577"/>
          <ac:spMkLst>
            <pc:docMk/>
            <pc:sldMk cId="3669393054" sldId="256"/>
            <ac:spMk id="2" creationId="{977B3737-82D3-4989-92CB-B897818D9133}"/>
          </ac:spMkLst>
        </pc:spChg>
        <pc:spChg chg="mod">
          <ac:chgData name="Huanlun Cheng" userId="75f79480189e9c83" providerId="LiveId" clId="{F78687D8-183B-4BDF-8619-ED06C68949AB}" dt="2024-03-12T16:19:12.076" v="44" actId="20577"/>
          <ac:spMkLst>
            <pc:docMk/>
            <pc:sldMk cId="3669393054" sldId="256"/>
            <ac:spMk id="3" creationId="{5F970C9B-90D4-4F7D-B1D1-460A956D4AC6}"/>
          </ac:spMkLst>
        </pc:spChg>
      </pc:sldChg>
      <pc:sldChg chg="modSp new mod">
        <pc:chgData name="Huanlun Cheng" userId="75f79480189e9c83" providerId="LiveId" clId="{F78687D8-183B-4BDF-8619-ED06C68949AB}" dt="2024-03-13T00:09:17.010" v="185" actId="20577"/>
        <pc:sldMkLst>
          <pc:docMk/>
          <pc:sldMk cId="2397313838" sldId="257"/>
        </pc:sldMkLst>
        <pc:spChg chg="mod">
          <ac:chgData name="Huanlun Cheng" userId="75f79480189e9c83" providerId="LiveId" clId="{F78687D8-183B-4BDF-8619-ED06C68949AB}" dt="2024-03-13T00:09:17.010" v="185" actId="20577"/>
          <ac:spMkLst>
            <pc:docMk/>
            <pc:sldMk cId="2397313838" sldId="257"/>
            <ac:spMk id="5" creationId="{9D765CA3-CD65-6C59-EC2E-5CD278C7C334}"/>
          </ac:spMkLst>
        </pc:spChg>
      </pc:sldChg>
      <pc:sldChg chg="addSp delSp modSp new mod">
        <pc:chgData name="Huanlun Cheng" userId="75f79480189e9c83" providerId="LiveId" clId="{F78687D8-183B-4BDF-8619-ED06C68949AB}" dt="2024-03-13T00:14:09.019" v="638" actId="20577"/>
        <pc:sldMkLst>
          <pc:docMk/>
          <pc:sldMk cId="2326297609" sldId="258"/>
        </pc:sldMkLst>
        <pc:spChg chg="del">
          <ac:chgData name="Huanlun Cheng" userId="75f79480189e9c83" providerId="LiveId" clId="{F78687D8-183B-4BDF-8619-ED06C68949AB}" dt="2024-03-13T00:09:28.268" v="187" actId="478"/>
          <ac:spMkLst>
            <pc:docMk/>
            <pc:sldMk cId="2326297609" sldId="258"/>
            <ac:spMk id="2" creationId="{D1C104BE-3471-BB25-1F55-60E7CAA0ED9A}"/>
          </ac:spMkLst>
        </pc:spChg>
        <pc:spChg chg="del">
          <ac:chgData name="Huanlun Cheng" userId="75f79480189e9c83" providerId="LiveId" clId="{F78687D8-183B-4BDF-8619-ED06C68949AB}" dt="2024-03-13T00:09:42.915" v="188" actId="478"/>
          <ac:spMkLst>
            <pc:docMk/>
            <pc:sldMk cId="2326297609" sldId="258"/>
            <ac:spMk id="3" creationId="{EF7C7858-D1E3-8851-D13B-A67B79FAFA79}"/>
          </ac:spMkLst>
        </pc:spChg>
        <pc:spChg chg="add mod">
          <ac:chgData name="Huanlun Cheng" userId="75f79480189e9c83" providerId="LiveId" clId="{F78687D8-183B-4BDF-8619-ED06C68949AB}" dt="2024-03-13T00:11:18.668" v="404" actId="1076"/>
          <ac:spMkLst>
            <pc:docMk/>
            <pc:sldMk cId="2326297609" sldId="258"/>
            <ac:spMk id="4" creationId="{06FB181C-2794-8E6B-5168-87FFC0F65E6B}"/>
          </ac:spMkLst>
        </pc:spChg>
        <pc:spChg chg="add mod">
          <ac:chgData name="Huanlun Cheng" userId="75f79480189e9c83" providerId="LiveId" clId="{F78687D8-183B-4BDF-8619-ED06C68949AB}" dt="2024-03-13T00:14:09.019" v="638" actId="20577"/>
          <ac:spMkLst>
            <pc:docMk/>
            <pc:sldMk cId="2326297609" sldId="258"/>
            <ac:spMk id="5" creationId="{AE65F16A-0BB9-204F-7647-5332FAD391DC}"/>
          </ac:spMkLst>
        </pc:spChg>
      </pc:sldChg>
      <pc:sldChg chg="addSp delSp modSp new mod">
        <pc:chgData name="Huanlun Cheng" userId="75f79480189e9c83" providerId="LiveId" clId="{F78687D8-183B-4BDF-8619-ED06C68949AB}" dt="2024-03-13T00:45:22.520" v="1108" actId="255"/>
        <pc:sldMkLst>
          <pc:docMk/>
          <pc:sldMk cId="1665153573" sldId="259"/>
        </pc:sldMkLst>
        <pc:spChg chg="del">
          <ac:chgData name="Huanlun Cheng" userId="75f79480189e9c83" providerId="LiveId" clId="{F78687D8-183B-4BDF-8619-ED06C68949AB}" dt="2024-03-13T00:14:21.335" v="640" actId="478"/>
          <ac:spMkLst>
            <pc:docMk/>
            <pc:sldMk cId="1665153573" sldId="259"/>
            <ac:spMk id="2" creationId="{5008E964-C291-26E1-4BA2-DB58AA12E878}"/>
          </ac:spMkLst>
        </pc:spChg>
        <pc:spChg chg="del">
          <ac:chgData name="Huanlun Cheng" userId="75f79480189e9c83" providerId="LiveId" clId="{F78687D8-183B-4BDF-8619-ED06C68949AB}" dt="2024-03-13T00:14:23.754" v="641" actId="478"/>
          <ac:spMkLst>
            <pc:docMk/>
            <pc:sldMk cId="1665153573" sldId="259"/>
            <ac:spMk id="3" creationId="{26780FFC-0638-23D6-83EC-610EE2757369}"/>
          </ac:spMkLst>
        </pc:spChg>
        <pc:spChg chg="add mod">
          <ac:chgData name="Huanlun Cheng" userId="75f79480189e9c83" providerId="LiveId" clId="{F78687D8-183B-4BDF-8619-ED06C68949AB}" dt="2024-03-13T00:14:31.945" v="642"/>
          <ac:spMkLst>
            <pc:docMk/>
            <pc:sldMk cId="1665153573" sldId="259"/>
            <ac:spMk id="4" creationId="{7B78C2B5-DCEE-890E-777F-022CAD87FE9B}"/>
          </ac:spMkLst>
        </pc:spChg>
        <pc:spChg chg="add mod">
          <ac:chgData name="Huanlun Cheng" userId="75f79480189e9c83" providerId="LiveId" clId="{F78687D8-183B-4BDF-8619-ED06C68949AB}" dt="2024-03-13T00:45:22.520" v="1108" actId="255"/>
          <ac:spMkLst>
            <pc:docMk/>
            <pc:sldMk cId="1665153573" sldId="259"/>
            <ac:spMk id="5" creationId="{2330A471-AE69-59D3-BE20-8AA27B0C98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3E14B-0B87-48F8-91D2-983C74254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5E6172-657C-4EBA-A111-95680A8E3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308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7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B3737-82D3-4989-92CB-B897818D91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实践课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970C9B-90D4-4F7D-B1D1-460A956D4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程奂仑</a:t>
            </a:r>
            <a:endParaRPr lang="en-US" altLang="zh-CN" dirty="0"/>
          </a:p>
          <a:p>
            <a:r>
              <a:rPr lang="en-US" altLang="zh-CN" dirty="0"/>
              <a:t>2024.3.13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939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EE3A4A-3877-4716-27A5-484B28C64EC2}"/>
              </a:ext>
            </a:extLst>
          </p:cNvPr>
          <p:cNvSpPr/>
          <p:nvPr/>
        </p:nvSpPr>
        <p:spPr>
          <a:xfrm>
            <a:off x="1323604" y="807230"/>
            <a:ext cx="16995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</a:t>
            </a:r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765CA3-CD65-6C59-EC2E-5CD278C7C334}"/>
              </a:ext>
            </a:extLst>
          </p:cNvPr>
          <p:cNvSpPr txBox="1"/>
          <p:nvPr/>
        </p:nvSpPr>
        <p:spPr>
          <a:xfrm>
            <a:off x="1323604" y="2252870"/>
            <a:ext cx="977509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2400" dirty="0"/>
              <a:t>提交时间：</a:t>
            </a:r>
            <a:r>
              <a:rPr lang="en-US" altLang="zh-CN" sz="2400" dirty="0"/>
              <a:t>3.27 00:00 AM</a:t>
            </a:r>
            <a:r>
              <a:rPr lang="zh-CN" altLang="en-US" sz="2400" dirty="0"/>
              <a:t>前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内容：</a:t>
            </a:r>
            <a:r>
              <a:rPr lang="en-US" altLang="zh-CN" sz="2400" dirty="0" err="1"/>
              <a:t>bits.c</a:t>
            </a:r>
            <a:r>
              <a:rPr lang="en-US" altLang="zh-CN" sz="2400" dirty="0"/>
              <a:t> README</a:t>
            </a:r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提交分支：</a:t>
            </a:r>
            <a:r>
              <a:rPr lang="en-US" altLang="zh-CN" sz="2400" dirty="0"/>
              <a:t>homework01</a:t>
            </a:r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en-US" altLang="zh-CN" sz="2400" dirty="0" err="1"/>
              <a:t>bits.c</a:t>
            </a:r>
            <a:r>
              <a:rPr lang="zh-CN" altLang="en-US" sz="2400" dirty="0"/>
              <a:t>：待填写的函数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en-US" altLang="zh-CN" sz="2400" dirty="0"/>
              <a:t>README</a:t>
            </a:r>
            <a:r>
              <a:rPr lang="zh-CN" altLang="en-US" sz="2400" dirty="0"/>
              <a:t>：写每道题的思路，末尾附</a:t>
            </a:r>
            <a:r>
              <a:rPr lang="en-US" altLang="zh-CN" sz="2400" dirty="0"/>
              <a:t> ./driver.pl </a:t>
            </a:r>
            <a:r>
              <a:rPr lang="zh-CN" altLang="en-US" sz="2400" dirty="0"/>
              <a:t>的运行结果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731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6FB181C-2794-8E6B-5168-87FFC0F65E6B}"/>
              </a:ext>
            </a:extLst>
          </p:cNvPr>
          <p:cNvSpPr/>
          <p:nvPr/>
        </p:nvSpPr>
        <p:spPr>
          <a:xfrm>
            <a:off x="1323604" y="859648"/>
            <a:ext cx="1699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</a:t>
            </a:r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65F16A-0BB9-204F-7647-5332FAD391DC}"/>
              </a:ext>
            </a:extLst>
          </p:cNvPr>
          <p:cNvSpPr txBox="1"/>
          <p:nvPr/>
        </p:nvSpPr>
        <p:spPr>
          <a:xfrm>
            <a:off x="1323604" y="2252870"/>
            <a:ext cx="977509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400" dirty="0"/>
              <a:t>README.md </a:t>
            </a:r>
            <a:r>
              <a:rPr lang="zh-CN" altLang="en-US" sz="2400" dirty="0"/>
              <a:t>使用 </a:t>
            </a:r>
            <a:r>
              <a:rPr lang="en-US" altLang="zh-CN" sz="2400" dirty="0"/>
              <a:t>Markdown </a:t>
            </a:r>
            <a:r>
              <a:rPr lang="zh-CN" altLang="en-US" sz="2400" dirty="0"/>
              <a:t>编写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报告内容不要内卷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评分上不考虑 </a:t>
            </a:r>
            <a:r>
              <a:rPr lang="en-US" altLang="zh-CN" sz="2400" dirty="0"/>
              <a:t>./driver.pl </a:t>
            </a:r>
            <a:r>
              <a:rPr lang="zh-CN" altLang="en-US" sz="2400" dirty="0"/>
              <a:t>输出的 </a:t>
            </a:r>
            <a:r>
              <a:rPr lang="en-US" altLang="zh-CN" sz="2400" dirty="0"/>
              <a:t>perf </a:t>
            </a:r>
            <a:r>
              <a:rPr lang="zh-CN" altLang="en-US" sz="2400" dirty="0"/>
              <a:t>分数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评分只考虑正确性，</a:t>
            </a:r>
            <a:r>
              <a:rPr lang="en-US" altLang="zh-CN" sz="2400" dirty="0"/>
              <a:t>op </a:t>
            </a:r>
            <a:r>
              <a:rPr lang="zh-CN" altLang="en-US" sz="2400" dirty="0"/>
              <a:t>使用数量与 </a:t>
            </a:r>
            <a:r>
              <a:rPr lang="en-US" altLang="zh-CN" sz="2400" dirty="0"/>
              <a:t>op </a:t>
            </a:r>
            <a:r>
              <a:rPr lang="zh-CN" altLang="en-US" sz="2400" dirty="0"/>
              <a:t>合法性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注意编码规范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r>
              <a:rPr lang="zh-CN" altLang="en-US" sz="2400" dirty="0"/>
              <a:t>可以适当加入注释</a:t>
            </a: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457200" indent="-4572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2629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B78C2B5-DCEE-890E-777F-022CAD87FE9B}"/>
              </a:ext>
            </a:extLst>
          </p:cNvPr>
          <p:cNvSpPr/>
          <p:nvPr/>
        </p:nvSpPr>
        <p:spPr>
          <a:xfrm>
            <a:off x="1323604" y="859648"/>
            <a:ext cx="1699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</a:t>
            </a:r>
            <a:r>
              <a:rPr lang="en-US" altLang="zh-C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en-US" altLang="zh-C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30A471-AE69-59D3-BE20-8AA27B0C98C2}"/>
              </a:ext>
            </a:extLst>
          </p:cNvPr>
          <p:cNvSpPr txBox="1"/>
          <p:nvPr/>
        </p:nvSpPr>
        <p:spPr>
          <a:xfrm>
            <a:off x="1323604" y="2252870"/>
            <a:ext cx="977509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en-US" altLang="zh-CN" sz="2400" dirty="0"/>
              <a:t>README </a:t>
            </a:r>
            <a:r>
              <a:rPr lang="zh-CN" altLang="en-US" sz="2400" dirty="0"/>
              <a:t>一定要看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en-US" altLang="zh-CN" sz="2400" dirty="0" err="1"/>
              <a:t>bits.c</a:t>
            </a:r>
            <a:r>
              <a:rPr lang="en-US" altLang="zh-CN" sz="2400" dirty="0"/>
              <a:t> </a:t>
            </a:r>
            <a:r>
              <a:rPr lang="zh-CN" altLang="en-US" sz="2400" dirty="0"/>
              <a:t>中的注释一定要看（整数与浮点规则不同）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不要假设输入，任何 </a:t>
            </a:r>
            <a:r>
              <a:rPr lang="en-US" altLang="zh-CN" sz="2400" dirty="0"/>
              <a:t>32 bit </a:t>
            </a:r>
            <a:r>
              <a:rPr lang="zh-CN" altLang="en-US" sz="2400" dirty="0"/>
              <a:t>数都有可能！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使用</a:t>
            </a:r>
            <a:r>
              <a:rPr lang="en-US" altLang="zh-CN" sz="2400" dirty="0"/>
              <a:t> </a:t>
            </a:r>
            <a:r>
              <a:rPr lang="en-US" altLang="zh-CN" sz="2400" dirty="0" err="1"/>
              <a:t>btest</a:t>
            </a:r>
            <a:r>
              <a:rPr lang="en-US" altLang="zh-CN" sz="2400" dirty="0"/>
              <a:t> </a:t>
            </a:r>
            <a:r>
              <a:rPr lang="zh-CN" altLang="en-US" sz="2400" dirty="0"/>
              <a:t>做测试</a:t>
            </a:r>
            <a:endParaRPr lang="en-US" altLang="zh-CN" sz="2400" dirty="0"/>
          </a:p>
          <a:p>
            <a:pPr marL="342900" indent="-342900">
              <a:buAutoNum type="arabicPeriod"/>
            </a:pP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不要使用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 </a:t>
            </a:r>
            <a:r>
              <a:rPr lang="zh-CN" altLang="en-US" sz="2400" dirty="0"/>
              <a:t>代替 </a:t>
            </a:r>
            <a:r>
              <a:rPr lang="en-US" altLang="zh-CN" sz="2400" dirty="0"/>
              <a:t>GDB</a:t>
            </a:r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515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134</Words>
  <Application>Microsoft Office PowerPoint</Application>
  <PresentationFormat>宽屏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Arial</vt:lpstr>
      <vt:lpstr>Office 主题​​</vt:lpstr>
      <vt:lpstr>实践课3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Huanlun</dc:creator>
  <cp:lastModifiedBy>Huanlun Cheng</cp:lastModifiedBy>
  <cp:revision>1</cp:revision>
  <dcterms:created xsi:type="dcterms:W3CDTF">2024-03-12T08:20:51Z</dcterms:created>
  <dcterms:modified xsi:type="dcterms:W3CDTF">2024-03-13T00:45:24Z</dcterms:modified>
</cp:coreProperties>
</file>